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Fan Automation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Intelligent Industrial &amp; Smart Home Control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Codez48 Pilot Acceptance Suite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Introduction to Fan Automation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Automated fan control optimizes energy efficiency and airflow.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Integrates temperature, humidity, and air quality sensor feedback.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Reduces operating costs and equipment mechanical wear.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System Architecture &amp; Key Components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Central Controller (Microcontroller / PLC)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Environmental Sensors (DHT22, BME280, VOC/CO2)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Actuators: Variable Frequency Drive (VFD) &amp; Pulse Width Modulator (PWM)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Power Supply &amp; Solid State Relay (SSR)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Operating Principles &amp; PWM Speed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Duty cycle modulation adjusts fan RPM dynamically.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Microcontroller computes thermal delta relative to target setpoint.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Continuous proportional control suppresses acoustic motor noise.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Environmental Thresholds &amp; Triggers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Low Temp (&lt; 22°C): Fan Standby / Off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Nominal Temp (22°C - 30°C): 30% - 70% Speed Linear Ramp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High Temp (&gt; 30°C): 100% Maximum Airflow Boost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CO2 Threshold (&gt; 1000 ppm): Emergency Ventilation Override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Automation Workflow &amp; Closed-Loop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1. Sensor Telemetry Acquisition -&gt; 2. Delta Signal Processing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3. PID Loop Calculation -&gt; 4. PWM Duty Cycle Output Signal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5. Fan Tachometer Feedback Inspection &amp; Closed-Loop Adjustment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Industrial &amp; Commercial Applications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Data Center Server Rack Thermal Management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Commercial HVAC VAV Building Ventilation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Automotive Engine Cooling &amp; Battery Thermal Conditioning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Residential Smart Home Climate Automation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Key Energy &amp; Performance Benefits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Up to 40% reduction in HVAC electrical power consumption.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Prolonged motor bearing lifecycle due to soft-starting.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Acoustic noise reduction during off-peak thermal periods.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Safety Mechanisms &amp; Fault Detection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Thermal Overload Cutoff Fuse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Rotor Lock &amp; Stall Detection Feedback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Reverse Polarity &amp; Surge Suppressor Circuitry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Fail-Safe Default: 100% Speed on Sensor Loss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Conclusion &amp; Future Outlook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Fan automation provides energy efficiency, safety, and acoustic comfort.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Future integration with IoT edge AI models enables predictive maintenance.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Essential technology for modern sustainable building infrastructure.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2026-10-16T15:02:00Z</dcterms:created>
  <dcterms:modified xsi:type="dcterms:W3CDTF">2026-10-16T15:02:00Z</dcterms:modified>
</cp:coreProperties>
</file>